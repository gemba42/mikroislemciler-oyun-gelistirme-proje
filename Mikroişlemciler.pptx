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6" r:id="rId8"/>
    <p:sldId id="265" r:id="rId9"/>
    <p:sldId id="263" r:id="rId10"/>
    <p:sldId id="267" r:id="rId11"/>
    <p:sldId id="268" r:id="rId12"/>
    <p:sldId id="269" r:id="rId13"/>
    <p:sldId id="270" r:id="rId14"/>
    <p:sldId id="264" r:id="rId15"/>
    <p:sldId id="271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771" autoAdjust="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1662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12938"/>
            <a:ext cx="8229600" cy="1211262"/>
          </a:xfrm>
        </p:spPr>
        <p:txBody>
          <a:bodyPr>
            <a:normAutofit/>
          </a:bodyPr>
          <a:lstStyle/>
          <a:p>
            <a:r>
              <a:rPr lang="en-US" sz="3600" dirty="0"/>
              <a:t>M</a:t>
            </a:r>
            <a:r>
              <a:rPr sz="3600" dirty="0"/>
              <a:t>ikroişlemciler </a:t>
            </a:r>
            <a:r>
              <a:rPr lang="en-US" sz="3600" dirty="0"/>
              <a:t>Oyun Geliştirme </a:t>
            </a:r>
            <a:r>
              <a:rPr sz="3600" dirty="0" err="1"/>
              <a:t>Projesi</a:t>
            </a:r>
            <a:endParaRPr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838450"/>
            <a:ext cx="8229600" cy="150971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600" dirty="0"/>
              <a:t>Ender Yılmaz - 170424002</a:t>
            </a:r>
            <a:endParaRPr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Proje</a:t>
            </a:r>
            <a:r>
              <a:rPr lang="en-US" dirty="0"/>
              <a:t> </a:t>
            </a:r>
            <a:r>
              <a:rPr lang="en-US" dirty="0" err="1"/>
              <a:t>Amacı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689099"/>
          </a:xfrm>
        </p:spPr>
        <p:txBody>
          <a:bodyPr>
            <a:normAutofit/>
          </a:bodyPr>
          <a:lstStyle/>
          <a:p>
            <a:r>
              <a:rPr lang="en-US" sz="2400" dirty="0"/>
              <a:t>Amaç </a:t>
            </a:r>
            <a:r>
              <a:rPr lang="en-US" sz="2400" dirty="0" err="1"/>
              <a:t>oyuncunun</a:t>
            </a:r>
            <a:r>
              <a:rPr lang="en-US" sz="2400" dirty="0"/>
              <a:t> </a:t>
            </a:r>
            <a:r>
              <a:rPr lang="en-US" sz="2400" dirty="0" err="1"/>
              <a:t>rastgele</a:t>
            </a:r>
            <a:r>
              <a:rPr lang="en-US" sz="2400" dirty="0"/>
              <a:t> </a:t>
            </a:r>
            <a:r>
              <a:rPr lang="en-US" sz="2400" dirty="0" err="1"/>
              <a:t>düşen</a:t>
            </a:r>
            <a:r>
              <a:rPr lang="en-US" sz="2400" dirty="0"/>
              <a:t> </a:t>
            </a:r>
            <a:r>
              <a:rPr lang="en-US" sz="2400" dirty="0" err="1"/>
              <a:t>astroidlerden</a:t>
            </a:r>
            <a:r>
              <a:rPr lang="en-US" sz="2400" dirty="0"/>
              <a:t> </a:t>
            </a:r>
            <a:r>
              <a:rPr lang="en-US" sz="2400" dirty="0" err="1"/>
              <a:t>kaçarak</a:t>
            </a:r>
            <a:r>
              <a:rPr lang="en-US" sz="2400" dirty="0"/>
              <a:t> </a:t>
            </a:r>
            <a:r>
              <a:rPr lang="en-US" sz="2400" dirty="0" err="1"/>
              <a:t>ve</a:t>
            </a:r>
            <a:r>
              <a:rPr lang="en-US" sz="2400" dirty="0"/>
              <a:t> </a:t>
            </a:r>
            <a:r>
              <a:rPr lang="en-US" sz="2400" dirty="0" err="1"/>
              <a:t>kalkan</a:t>
            </a:r>
            <a:r>
              <a:rPr lang="en-US" sz="2400" dirty="0"/>
              <a:t> </a:t>
            </a:r>
            <a:r>
              <a:rPr lang="en-US" sz="2400" dirty="0" err="1"/>
              <a:t>güçleri</a:t>
            </a:r>
            <a:r>
              <a:rPr lang="en-US" sz="2400" dirty="0"/>
              <a:t> </a:t>
            </a:r>
            <a:r>
              <a:rPr lang="en-US" sz="2400" dirty="0" err="1"/>
              <a:t>toplayarak</a:t>
            </a:r>
            <a:r>
              <a:rPr lang="en-US" sz="2400" dirty="0"/>
              <a:t> </a:t>
            </a:r>
            <a:r>
              <a:rPr lang="en-US" sz="2400" dirty="0" err="1"/>
              <a:t>olabilidiğince</a:t>
            </a:r>
            <a:r>
              <a:rPr lang="en-US" sz="2400" dirty="0"/>
              <a:t> </a:t>
            </a:r>
            <a:r>
              <a:rPr lang="en-US" sz="2400" dirty="0" err="1"/>
              <a:t>hayatta</a:t>
            </a:r>
            <a:r>
              <a:rPr lang="en-US" sz="2400" dirty="0"/>
              <a:t> </a:t>
            </a:r>
            <a:r>
              <a:rPr lang="en-US" sz="2400" dirty="0" err="1"/>
              <a:t>kalmaya</a:t>
            </a:r>
            <a:r>
              <a:rPr lang="en-US" sz="2400" dirty="0"/>
              <a:t> </a:t>
            </a:r>
            <a:r>
              <a:rPr lang="en-US" sz="2400" dirty="0" err="1"/>
              <a:t>çalıştığı</a:t>
            </a:r>
            <a:r>
              <a:rPr lang="en-US" sz="2400" dirty="0"/>
              <a:t> </a:t>
            </a:r>
            <a:r>
              <a:rPr lang="en-US" sz="2400" dirty="0" err="1"/>
              <a:t>basit</a:t>
            </a:r>
            <a:r>
              <a:rPr lang="en-US" sz="2400" dirty="0"/>
              <a:t> </a:t>
            </a:r>
            <a:r>
              <a:rPr lang="en-US" sz="2400" dirty="0" err="1"/>
              <a:t>bir</a:t>
            </a:r>
            <a:r>
              <a:rPr lang="en-US" sz="2400" dirty="0"/>
              <a:t> </a:t>
            </a:r>
            <a:r>
              <a:rPr lang="en-US" sz="2400" dirty="0" err="1"/>
              <a:t>oyun</a:t>
            </a:r>
            <a:r>
              <a:rPr lang="en-US" sz="2400" dirty="0"/>
              <a:t> </a:t>
            </a:r>
            <a:r>
              <a:rPr lang="en-US" sz="2400" dirty="0" err="1"/>
              <a:t>geliştirmek</a:t>
            </a:r>
            <a:endParaRPr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Kullanılan Teknolojiler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Oyun </a:t>
            </a:r>
            <a:r>
              <a:rPr lang="en-US" dirty="0" err="1"/>
              <a:t>yapımında</a:t>
            </a:r>
            <a:r>
              <a:rPr lang="en-US" dirty="0"/>
              <a:t> </a:t>
            </a:r>
            <a:r>
              <a:rPr lang="en-US" dirty="0" err="1"/>
              <a:t>sadece</a:t>
            </a:r>
            <a:r>
              <a:rPr lang="en-US" dirty="0"/>
              <a:t> </a:t>
            </a:r>
            <a:r>
              <a:rPr dirty="0"/>
              <a:t>assembly </a:t>
            </a:r>
            <a:r>
              <a:rPr dirty="0" err="1"/>
              <a:t>kullanıl</a:t>
            </a:r>
            <a:r>
              <a:rPr lang="en-US" dirty="0" err="1"/>
              <a:t>mıştır</a:t>
            </a:r>
            <a:r>
              <a:rPr lang="en-US" dirty="0"/>
              <a:t>.</a:t>
            </a:r>
          </a:p>
          <a:p>
            <a:r>
              <a:rPr dirty="0"/>
              <a:t> Oyunu </a:t>
            </a:r>
            <a:r>
              <a:rPr dirty="0" err="1"/>
              <a:t>derlemek</a:t>
            </a:r>
            <a:r>
              <a:rPr dirty="0"/>
              <a:t> </a:t>
            </a:r>
            <a:r>
              <a:rPr dirty="0" err="1"/>
              <a:t>için</a:t>
            </a:r>
            <a:r>
              <a:rPr dirty="0"/>
              <a:t> emu8086 </a:t>
            </a:r>
            <a:r>
              <a:rPr lang="en-US" dirty="0" err="1"/>
              <a:t>kullanılmıştır</a:t>
            </a:r>
            <a:r>
              <a:rPr lang="en-US" dirty="0"/>
              <a:t>. </a:t>
            </a:r>
          </a:p>
          <a:p>
            <a:r>
              <a:rPr dirty="0" err="1"/>
              <a:t>performans</a:t>
            </a:r>
            <a:r>
              <a:rPr dirty="0"/>
              <a:t> </a:t>
            </a:r>
            <a:r>
              <a:rPr dirty="0" err="1"/>
              <a:t>sıkıntı</a:t>
            </a:r>
            <a:r>
              <a:rPr lang="en-US" dirty="0" err="1"/>
              <a:t>larından</a:t>
            </a:r>
            <a:r>
              <a:rPr lang="en-US" dirty="0"/>
              <a:t> </a:t>
            </a:r>
            <a:r>
              <a:rPr lang="en-US" dirty="0" err="1"/>
              <a:t>dolayı</a:t>
            </a:r>
            <a:r>
              <a:rPr dirty="0"/>
              <a:t> </a:t>
            </a:r>
            <a:r>
              <a:rPr dirty="0" err="1"/>
              <a:t>çalıştırmak</a:t>
            </a:r>
            <a:r>
              <a:rPr dirty="0"/>
              <a:t> </a:t>
            </a:r>
            <a:r>
              <a:rPr dirty="0" err="1"/>
              <a:t>için</a:t>
            </a:r>
            <a:r>
              <a:rPr dirty="0"/>
              <a:t> </a:t>
            </a:r>
            <a:r>
              <a:rPr dirty="0" err="1"/>
              <a:t>DOSbox</a:t>
            </a:r>
            <a:r>
              <a:rPr dirty="0"/>
              <a:t> </a:t>
            </a:r>
            <a:r>
              <a:rPr dirty="0" err="1"/>
              <a:t>kullanılmıştır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/>
          <a:lstStyle/>
          <a:p>
            <a:r>
              <a:rPr dirty="0"/>
              <a:t>Oyun </a:t>
            </a:r>
            <a:r>
              <a:rPr dirty="0" err="1"/>
              <a:t>Mekanikleri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Oyuncu Hareketi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1650" y="1600200"/>
            <a:ext cx="3246889" cy="4525963"/>
          </a:xfrm>
        </p:spPr>
        <p:txBody>
          <a:bodyPr>
            <a:normAutofit/>
          </a:bodyPr>
          <a:lstStyle/>
          <a:p>
            <a:r>
              <a:rPr lang="en-US" sz="2400" dirty="0" err="1"/>
              <a:t>Oyuncu</a:t>
            </a:r>
            <a:r>
              <a:rPr lang="en-US" sz="2400" dirty="0"/>
              <a:t> sol </a:t>
            </a:r>
            <a:r>
              <a:rPr lang="en-US" sz="2400" dirty="0" err="1"/>
              <a:t>ve</a:t>
            </a:r>
            <a:r>
              <a:rPr lang="en-US" sz="2400" dirty="0"/>
              <a:t> </a:t>
            </a:r>
            <a:r>
              <a:rPr lang="en-US" sz="2400" dirty="0" err="1"/>
              <a:t>sağ</a:t>
            </a:r>
            <a:r>
              <a:rPr lang="en-US" sz="2400" dirty="0"/>
              <a:t> ok </a:t>
            </a:r>
            <a:r>
              <a:rPr lang="en-US" sz="2400" dirty="0" err="1"/>
              <a:t>tuşlarını</a:t>
            </a:r>
            <a:r>
              <a:rPr lang="en-US" sz="2400" dirty="0"/>
              <a:t> </a:t>
            </a:r>
            <a:r>
              <a:rPr lang="en-US" sz="2400" dirty="0" err="1"/>
              <a:t>kullanarak</a:t>
            </a:r>
            <a:r>
              <a:rPr lang="en-US" sz="2400" dirty="0"/>
              <a:t> </a:t>
            </a:r>
            <a:r>
              <a:rPr lang="en-US" sz="2400" dirty="0" err="1"/>
              <a:t>hareket</a:t>
            </a:r>
            <a:r>
              <a:rPr lang="en-US" sz="2400" dirty="0"/>
              <a:t> </a:t>
            </a:r>
            <a:r>
              <a:rPr lang="en-US" sz="2400" dirty="0" err="1"/>
              <a:t>eder</a:t>
            </a:r>
            <a:r>
              <a:rPr lang="en-US" sz="2400" dirty="0"/>
              <a:t>.</a:t>
            </a:r>
            <a:endParaRPr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D6841C-3EB8-6720-B953-587325B4A0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126" y="1600200"/>
            <a:ext cx="3246889" cy="43342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Astroid</a:t>
            </a:r>
            <a:r>
              <a:rPr lang="en-US" dirty="0" err="1"/>
              <a:t>ler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828799"/>
          </a:xfrm>
        </p:spPr>
        <p:txBody>
          <a:bodyPr>
            <a:normAutofit/>
          </a:bodyPr>
          <a:lstStyle/>
          <a:p>
            <a:r>
              <a:rPr lang="en-US" sz="2400" dirty="0" err="1"/>
              <a:t>Astroidlerin</a:t>
            </a:r>
            <a:r>
              <a:rPr lang="en-US" sz="2400" dirty="0"/>
              <a:t> </a:t>
            </a:r>
            <a:r>
              <a:rPr lang="en-US" sz="2400" dirty="0" err="1"/>
              <a:t>spawnlanması,pozisyonları,hızları</a:t>
            </a:r>
            <a:r>
              <a:rPr lang="en-US" sz="2400" dirty="0"/>
              <a:t> </a:t>
            </a:r>
            <a:r>
              <a:rPr lang="en-US" sz="2400" dirty="0" err="1"/>
              <a:t>ve</a:t>
            </a:r>
            <a:r>
              <a:rPr lang="en-US" sz="2400" dirty="0"/>
              <a:t> </a:t>
            </a:r>
            <a:r>
              <a:rPr lang="en-US" sz="2400" dirty="0" err="1"/>
              <a:t>büyüklükleri</a:t>
            </a:r>
            <a:r>
              <a:rPr lang="en-US" sz="2400" dirty="0"/>
              <a:t> </a:t>
            </a:r>
            <a:r>
              <a:rPr lang="en-US" sz="2400" dirty="0" err="1"/>
              <a:t>rastgele</a:t>
            </a:r>
            <a:r>
              <a:rPr lang="en-US" sz="2400" dirty="0"/>
              <a:t> </a:t>
            </a:r>
            <a:r>
              <a:rPr lang="en-US" sz="2400" dirty="0" err="1"/>
              <a:t>belirlenir</a:t>
            </a:r>
            <a:endParaRPr lang="en-US" sz="2400" dirty="0"/>
          </a:p>
          <a:p>
            <a:r>
              <a:rPr lang="en-US" sz="2400" dirty="0"/>
              <a:t>Büyük </a:t>
            </a:r>
            <a:r>
              <a:rPr lang="en-US" sz="2400" dirty="0" err="1"/>
              <a:t>astroidler</a:t>
            </a:r>
            <a:r>
              <a:rPr lang="en-US" sz="2400" dirty="0"/>
              <a:t> </a:t>
            </a:r>
            <a:r>
              <a:rPr lang="en-US" sz="2400" dirty="0" err="1"/>
              <a:t>küçük</a:t>
            </a:r>
            <a:r>
              <a:rPr lang="en-US" sz="2400" dirty="0"/>
              <a:t> </a:t>
            </a:r>
            <a:r>
              <a:rPr lang="en-US" sz="2400" dirty="0" err="1"/>
              <a:t>astroidlerin</a:t>
            </a:r>
            <a:r>
              <a:rPr lang="en-US" sz="2400" dirty="0"/>
              <a:t> 2 </a:t>
            </a:r>
            <a:r>
              <a:rPr lang="en-US" sz="2400" dirty="0" err="1"/>
              <a:t>karakter</a:t>
            </a:r>
            <a:r>
              <a:rPr lang="en-US" sz="2400" dirty="0"/>
              <a:t> </a:t>
            </a:r>
            <a:r>
              <a:rPr lang="en-US" sz="2400" dirty="0" err="1"/>
              <a:t>versiyonlarıdır</a:t>
            </a:r>
            <a:endParaRPr lang="en-US" sz="2400" dirty="0"/>
          </a:p>
          <a:p>
            <a:r>
              <a:rPr lang="en-US" sz="2400" dirty="0" err="1"/>
              <a:t>Astroidlerin</a:t>
            </a:r>
            <a:r>
              <a:rPr lang="en-US" sz="2400" dirty="0"/>
              <a:t> </a:t>
            </a:r>
            <a:r>
              <a:rPr lang="en-US" sz="2400" dirty="0" err="1"/>
              <a:t>hızı</a:t>
            </a:r>
            <a:r>
              <a:rPr lang="en-US" sz="2400" dirty="0"/>
              <a:t> 1,2 </a:t>
            </a:r>
            <a:r>
              <a:rPr lang="en-US" sz="2400" dirty="0" err="1"/>
              <a:t>veya</a:t>
            </a:r>
            <a:r>
              <a:rPr lang="en-US" sz="2400" dirty="0"/>
              <a:t> 3 </a:t>
            </a:r>
            <a:r>
              <a:rPr lang="en-US" sz="2400" dirty="0" err="1"/>
              <a:t>olabilir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605902-F38E-D9D0-CE3C-369B30042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1" y="4679197"/>
            <a:ext cx="3309447" cy="133749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FDFF05-92DB-AEF5-3893-AB58F8CBAB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4679197"/>
            <a:ext cx="3197989" cy="94310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E0DFB-83F5-703E-C14F-3C567D2E8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674A4-D6E7-073C-A63E-C8467CDEA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Astroid</a:t>
            </a:r>
            <a:r>
              <a:rPr lang="en-US" dirty="0" err="1"/>
              <a:t>ler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7738CF-F9F9-BBBB-CC6C-5CEFCEF17D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919804" cy="4525963"/>
          </a:xfrm>
        </p:spPr>
        <p:txBody>
          <a:bodyPr>
            <a:normAutofit/>
          </a:bodyPr>
          <a:lstStyle/>
          <a:p>
            <a:r>
              <a:rPr lang="en-US" sz="2400" dirty="0" err="1"/>
              <a:t>Astroidin</a:t>
            </a:r>
            <a:r>
              <a:rPr lang="en-US" sz="2400" dirty="0"/>
              <a:t> </a:t>
            </a:r>
            <a:r>
              <a:rPr lang="en-US" sz="2400" dirty="0" err="1"/>
              <a:t>spawnlanacağı</a:t>
            </a:r>
            <a:r>
              <a:rPr lang="en-US" sz="2400" dirty="0"/>
              <a:t> </a:t>
            </a:r>
            <a:r>
              <a:rPr lang="en-US" sz="2400" dirty="0" err="1"/>
              <a:t>ve</a:t>
            </a:r>
            <a:r>
              <a:rPr lang="en-US" sz="2400" dirty="0"/>
              <a:t> </a:t>
            </a:r>
            <a:r>
              <a:rPr lang="en-US" sz="2400" dirty="0" err="1"/>
              <a:t>büyüklüğü</a:t>
            </a:r>
            <a:r>
              <a:rPr lang="en-US" sz="2400" dirty="0"/>
              <a:t> </a:t>
            </a:r>
            <a:r>
              <a:rPr lang="en-US" sz="2400" dirty="0" err="1"/>
              <a:t>belirlendikten</a:t>
            </a:r>
            <a:r>
              <a:rPr lang="en-US" sz="2400" dirty="0"/>
              <a:t> </a:t>
            </a:r>
            <a:r>
              <a:rPr lang="en-US" sz="2400" dirty="0" err="1"/>
              <a:t>sonra</a:t>
            </a:r>
            <a:r>
              <a:rPr lang="en-US" sz="2400" dirty="0"/>
              <a:t> </a:t>
            </a:r>
            <a:r>
              <a:rPr lang="en-US" sz="2400" dirty="0" err="1"/>
              <a:t>eğer</a:t>
            </a:r>
            <a:r>
              <a:rPr lang="en-US" sz="2400" dirty="0"/>
              <a:t> slot </a:t>
            </a:r>
            <a:r>
              <a:rPr lang="en-US" sz="2400" dirty="0" err="1"/>
              <a:t>yeri</a:t>
            </a:r>
            <a:r>
              <a:rPr lang="en-US" sz="2400" dirty="0"/>
              <a:t> </a:t>
            </a:r>
            <a:r>
              <a:rPr lang="en-US" sz="2400" dirty="0" err="1"/>
              <a:t>varsa</a:t>
            </a:r>
            <a:r>
              <a:rPr lang="en-US" sz="2400" dirty="0"/>
              <a:t> </a:t>
            </a:r>
            <a:r>
              <a:rPr lang="en-US" sz="2400" dirty="0" err="1"/>
              <a:t>ekranda</a:t>
            </a:r>
            <a:r>
              <a:rPr lang="en-US" sz="2400" dirty="0"/>
              <a:t> </a:t>
            </a:r>
            <a:r>
              <a:rPr lang="en-US" sz="2400" dirty="0" err="1"/>
              <a:t>rastgele</a:t>
            </a:r>
            <a:r>
              <a:rPr lang="en-US" sz="2400" dirty="0"/>
              <a:t> </a:t>
            </a:r>
            <a:r>
              <a:rPr lang="en-US" sz="2400" dirty="0" err="1"/>
              <a:t>pozisyon</a:t>
            </a:r>
            <a:r>
              <a:rPr lang="en-US" sz="2400" dirty="0"/>
              <a:t> </a:t>
            </a:r>
            <a:r>
              <a:rPr lang="en-US" sz="2400" dirty="0" err="1"/>
              <a:t>ve</a:t>
            </a:r>
            <a:r>
              <a:rPr lang="en-US" sz="2400" dirty="0"/>
              <a:t> </a:t>
            </a:r>
            <a:r>
              <a:rPr lang="en-US" sz="2400" dirty="0" err="1"/>
              <a:t>hiz</a:t>
            </a:r>
            <a:r>
              <a:rPr lang="en-US" sz="2400" dirty="0"/>
              <a:t> </a:t>
            </a:r>
            <a:r>
              <a:rPr lang="en-US" sz="2400" dirty="0" err="1"/>
              <a:t>ile</a:t>
            </a:r>
            <a:r>
              <a:rPr lang="en-US" sz="2400" dirty="0"/>
              <a:t> spawn </a:t>
            </a:r>
            <a:r>
              <a:rPr lang="en-US" sz="2400" dirty="0" err="1"/>
              <a:t>olur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7208AE-FBF9-73DA-0D6A-C2CD6E276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997" y="1600204"/>
            <a:ext cx="3420905" cy="4338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4022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F8E3F-1C4A-60DB-876F-416E0273A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E39B1-2184-BE6D-0BCA-80D37AA75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Asteroid Hareketi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C6E30-90D5-0B95-0C72-99AEC1299E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403350"/>
          </a:xfrm>
        </p:spPr>
        <p:txBody>
          <a:bodyPr>
            <a:normAutofit/>
          </a:bodyPr>
          <a:lstStyle/>
          <a:p>
            <a:r>
              <a:rPr lang="en-US" sz="2400" dirty="0" err="1"/>
              <a:t>Astroidler</a:t>
            </a:r>
            <a:r>
              <a:rPr lang="en-US" sz="2400" dirty="0"/>
              <a:t> </a:t>
            </a:r>
            <a:r>
              <a:rPr lang="en-US" sz="2400" dirty="0" err="1"/>
              <a:t>hız</a:t>
            </a:r>
            <a:r>
              <a:rPr lang="en-US" sz="2400" dirty="0"/>
              <a:t> </a:t>
            </a:r>
            <a:r>
              <a:rPr lang="en-US" sz="2400" dirty="0" err="1"/>
              <a:t>degeri</a:t>
            </a:r>
            <a:r>
              <a:rPr lang="en-US" sz="2400" dirty="0"/>
              <a:t> </a:t>
            </a:r>
            <a:r>
              <a:rPr lang="en-US" sz="2400" dirty="0" err="1"/>
              <a:t>kadar</a:t>
            </a:r>
            <a:r>
              <a:rPr lang="en-US" sz="2400" dirty="0"/>
              <a:t> tick </a:t>
            </a:r>
            <a:r>
              <a:rPr lang="en-US" sz="2400" dirty="0" err="1"/>
              <a:t>gecince</a:t>
            </a:r>
            <a:r>
              <a:rPr lang="en-US" sz="2400" dirty="0"/>
              <a:t> </a:t>
            </a:r>
            <a:r>
              <a:rPr lang="en-US" sz="2400" dirty="0" err="1"/>
              <a:t>hareket</a:t>
            </a:r>
            <a:r>
              <a:rPr lang="en-US" sz="2400" dirty="0"/>
              <a:t> </a:t>
            </a:r>
            <a:r>
              <a:rPr lang="en-US" sz="2400" dirty="0" err="1"/>
              <a:t>eder</a:t>
            </a:r>
            <a:endParaRPr lang="en-US" sz="2400" dirty="0"/>
          </a:p>
          <a:p>
            <a:r>
              <a:rPr lang="en-US" sz="2400" dirty="0" err="1"/>
              <a:t>Astroidler</a:t>
            </a:r>
            <a:r>
              <a:rPr lang="en-US" sz="2400" dirty="0"/>
              <a:t> </a:t>
            </a:r>
            <a:r>
              <a:rPr lang="en-US" sz="2400" dirty="0" err="1"/>
              <a:t>en</a:t>
            </a:r>
            <a:r>
              <a:rPr lang="en-US" sz="2400" dirty="0"/>
              <a:t> </a:t>
            </a:r>
            <a:r>
              <a:rPr lang="en-US" sz="2400" dirty="0" err="1"/>
              <a:t>alta</a:t>
            </a:r>
            <a:r>
              <a:rPr lang="en-US" sz="2400" dirty="0"/>
              <a:t> </a:t>
            </a:r>
            <a:r>
              <a:rPr lang="en-US" sz="2400" dirty="0" err="1"/>
              <a:t>ulasınca</a:t>
            </a:r>
            <a:r>
              <a:rPr lang="en-US" sz="2400" dirty="0"/>
              <a:t> yok </a:t>
            </a:r>
            <a:r>
              <a:rPr lang="en-US" sz="2400" dirty="0" err="1"/>
              <a:t>edilir</a:t>
            </a:r>
            <a:r>
              <a:rPr lang="en-US" sz="2400" dirty="0"/>
              <a:t> </a:t>
            </a:r>
            <a:r>
              <a:rPr lang="en-US" sz="2400" dirty="0" err="1"/>
              <a:t>ve</a:t>
            </a:r>
            <a:r>
              <a:rPr lang="en-US" sz="2400" dirty="0"/>
              <a:t> </a:t>
            </a:r>
            <a:r>
              <a:rPr lang="en-US" sz="2400" dirty="0" err="1"/>
              <a:t>oyuncuya</a:t>
            </a:r>
            <a:r>
              <a:rPr lang="en-US" sz="2400" dirty="0"/>
              <a:t> </a:t>
            </a:r>
            <a:r>
              <a:rPr lang="en-US" sz="2400" dirty="0" err="1"/>
              <a:t>puan</a:t>
            </a:r>
            <a:r>
              <a:rPr lang="en-US" sz="2400" dirty="0"/>
              <a:t> </a:t>
            </a:r>
            <a:r>
              <a:rPr lang="en-US" sz="2400" dirty="0" err="1"/>
              <a:t>verilir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690F9F-B3A7-9565-F43B-FDDC70AB1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29000"/>
            <a:ext cx="5468113" cy="277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6632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Kalkan </a:t>
            </a:r>
            <a:r>
              <a:rPr lang="en-US" dirty="0" err="1"/>
              <a:t>ve</a:t>
            </a:r>
            <a:r>
              <a:rPr lang="en-US" dirty="0"/>
              <a:t> Can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Oyuncu</a:t>
            </a:r>
            <a:r>
              <a:rPr lang="en-US" dirty="0"/>
              <a:t> 3 </a:t>
            </a:r>
            <a:r>
              <a:rPr lang="en-US" dirty="0" err="1"/>
              <a:t>canla</a:t>
            </a:r>
            <a:r>
              <a:rPr lang="en-US" dirty="0"/>
              <a:t> </a:t>
            </a:r>
            <a:r>
              <a:rPr lang="en-US" dirty="0" err="1"/>
              <a:t>başlar</a:t>
            </a:r>
            <a:r>
              <a:rPr lang="en-US" dirty="0"/>
              <a:t>.</a:t>
            </a:r>
          </a:p>
          <a:p>
            <a:r>
              <a:rPr lang="en-US" dirty="0" err="1"/>
              <a:t>Astroidlere</a:t>
            </a:r>
            <a:r>
              <a:rPr lang="en-US" dirty="0"/>
              <a:t> </a:t>
            </a:r>
            <a:r>
              <a:rPr lang="en-US" dirty="0" err="1"/>
              <a:t>çarpınca</a:t>
            </a:r>
            <a:r>
              <a:rPr lang="en-US" dirty="0"/>
              <a:t> can </a:t>
            </a:r>
            <a:r>
              <a:rPr lang="en-US" dirty="0" err="1"/>
              <a:t>azalır</a:t>
            </a:r>
            <a:r>
              <a:rPr lang="en-US" dirty="0"/>
              <a:t>.</a:t>
            </a:r>
          </a:p>
          <a:p>
            <a:r>
              <a:rPr lang="en-US" dirty="0"/>
              <a:t>Can 0’a </a:t>
            </a:r>
            <a:r>
              <a:rPr lang="en-US" dirty="0" err="1"/>
              <a:t>düştüğü</a:t>
            </a:r>
            <a:r>
              <a:rPr lang="en-US" dirty="0"/>
              <a:t> zaman </a:t>
            </a:r>
            <a:r>
              <a:rPr lang="en-US" dirty="0" err="1"/>
              <a:t>oyun</a:t>
            </a:r>
            <a:r>
              <a:rPr lang="en-US" dirty="0"/>
              <a:t> biter.</a:t>
            </a:r>
          </a:p>
          <a:p>
            <a:r>
              <a:rPr lang="en-US" dirty="0"/>
              <a:t>Kalkan </a:t>
            </a:r>
            <a:r>
              <a:rPr lang="en-US" dirty="0" err="1"/>
              <a:t>canı</a:t>
            </a:r>
            <a:r>
              <a:rPr lang="en-US" dirty="0"/>
              <a:t> 1 </a:t>
            </a:r>
            <a:r>
              <a:rPr lang="en-US" dirty="0" err="1"/>
              <a:t>arttırır</a:t>
            </a:r>
            <a:r>
              <a:rPr lang="en-US" dirty="0"/>
              <a:t>.</a:t>
            </a:r>
          </a:p>
          <a:p>
            <a:r>
              <a:rPr lang="en-US" dirty="0"/>
              <a:t>Can 3’ün </a:t>
            </a:r>
            <a:r>
              <a:rPr lang="en-US" dirty="0" err="1"/>
              <a:t>üstüne</a:t>
            </a:r>
            <a:r>
              <a:rPr lang="en-US" dirty="0"/>
              <a:t> </a:t>
            </a:r>
            <a:r>
              <a:rPr lang="en-US" dirty="0" err="1"/>
              <a:t>çıkamaz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1BB8A-8E2E-C5AC-F359-03870390A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F9B53-1D7E-A7FF-B059-40E316249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Kalkan </a:t>
            </a:r>
            <a:r>
              <a:rPr lang="en-US" dirty="0" err="1"/>
              <a:t>ve</a:t>
            </a:r>
            <a:r>
              <a:rPr lang="en-US" dirty="0"/>
              <a:t> Can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ED143B-5C11-31CF-BFF8-0E3FA11200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Kalkan </a:t>
            </a:r>
            <a:r>
              <a:rPr lang="en-US" dirty="0" err="1"/>
              <a:t>astroidlere</a:t>
            </a:r>
            <a:r>
              <a:rPr lang="en-US" dirty="0"/>
              <a:t> </a:t>
            </a:r>
            <a:r>
              <a:rPr lang="en-US" dirty="0" err="1"/>
              <a:t>benzer</a:t>
            </a:r>
            <a:r>
              <a:rPr lang="en-US" dirty="0"/>
              <a:t> </a:t>
            </a:r>
            <a:r>
              <a:rPr lang="en-US" dirty="0" err="1"/>
              <a:t>şekilde</a:t>
            </a:r>
            <a:r>
              <a:rPr lang="en-US" dirty="0"/>
              <a:t> spawn </a:t>
            </a:r>
            <a:r>
              <a:rPr lang="en-US" dirty="0" err="1"/>
              <a:t>olup</a:t>
            </a:r>
            <a:r>
              <a:rPr lang="en-US" dirty="0"/>
              <a:t> </a:t>
            </a:r>
            <a:r>
              <a:rPr lang="en-US" dirty="0" err="1"/>
              <a:t>hareket</a:t>
            </a:r>
            <a:r>
              <a:rPr lang="en-US" dirty="0"/>
              <a:t> </a:t>
            </a:r>
            <a:r>
              <a:rPr lang="en-US" dirty="0" err="1"/>
              <a:t>eder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6B2C82-2572-7385-3CFA-2BD1072039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850" y="4291459"/>
            <a:ext cx="4021064" cy="18776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9CFFF0E-2B5F-82B0-C2A5-EDC05C694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9250" y="4291459"/>
            <a:ext cx="3762900" cy="1409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28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95276-169A-5D6A-D037-ABE187757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5A90F-5B1E-885B-220E-E73C2B075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Çarpışmalar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C4F92-1B9F-3C60-10C2-1FA8D8795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Astroidler </a:t>
            </a:r>
            <a:r>
              <a:rPr lang="en-US" dirty="0" err="1"/>
              <a:t>oyuncuyla</a:t>
            </a:r>
            <a:r>
              <a:rPr lang="en-US" dirty="0"/>
              <a:t> </a:t>
            </a:r>
            <a:r>
              <a:rPr lang="en-US" dirty="0" err="1"/>
              <a:t>aynı</a:t>
            </a:r>
            <a:r>
              <a:rPr lang="en-US" dirty="0"/>
              <a:t> </a:t>
            </a:r>
            <a:r>
              <a:rPr lang="en-US" dirty="0" err="1"/>
              <a:t>yerde</a:t>
            </a:r>
            <a:r>
              <a:rPr lang="en-US" dirty="0"/>
              <a:t> </a:t>
            </a:r>
            <a:r>
              <a:rPr lang="en-US" dirty="0" err="1"/>
              <a:t>ise</a:t>
            </a:r>
            <a:r>
              <a:rPr lang="en-US" dirty="0"/>
              <a:t> can 1 </a:t>
            </a:r>
            <a:r>
              <a:rPr lang="en-US" dirty="0" err="1"/>
              <a:t>azaltılır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oyun</a:t>
            </a:r>
            <a:r>
              <a:rPr lang="en-US" dirty="0"/>
              <a:t> </a:t>
            </a:r>
            <a:r>
              <a:rPr lang="en-US" dirty="0" err="1"/>
              <a:t>bitişi</a:t>
            </a:r>
            <a:r>
              <a:rPr lang="en-US" dirty="0"/>
              <a:t> </a:t>
            </a:r>
            <a:r>
              <a:rPr lang="en-US" dirty="0" err="1"/>
              <a:t>kontrol</a:t>
            </a:r>
            <a:r>
              <a:rPr lang="en-US" dirty="0"/>
              <a:t> </a:t>
            </a:r>
            <a:r>
              <a:rPr lang="en-US" dirty="0" err="1"/>
              <a:t>edilir</a:t>
            </a:r>
            <a:r>
              <a:rPr lang="en-US" dirty="0"/>
              <a:t>.</a:t>
            </a:r>
          </a:p>
          <a:p>
            <a:r>
              <a:rPr lang="en-US" dirty="0"/>
              <a:t>Kalkan </a:t>
            </a:r>
            <a:r>
              <a:rPr lang="en-US" dirty="0" err="1"/>
              <a:t>oyuncuyla</a:t>
            </a:r>
            <a:r>
              <a:rPr lang="en-US" dirty="0"/>
              <a:t> </a:t>
            </a:r>
            <a:r>
              <a:rPr lang="en-US" dirty="0" err="1"/>
              <a:t>aynı</a:t>
            </a:r>
            <a:r>
              <a:rPr lang="en-US" dirty="0"/>
              <a:t> </a:t>
            </a:r>
            <a:r>
              <a:rPr lang="en-US" dirty="0" err="1"/>
              <a:t>yerde</a:t>
            </a:r>
            <a:r>
              <a:rPr lang="en-US" dirty="0"/>
              <a:t> </a:t>
            </a:r>
            <a:r>
              <a:rPr lang="en-US" dirty="0" err="1"/>
              <a:t>ise</a:t>
            </a:r>
            <a:r>
              <a:rPr lang="en-US" dirty="0"/>
              <a:t> can 1 </a:t>
            </a:r>
            <a:r>
              <a:rPr lang="en-US" dirty="0" err="1"/>
              <a:t>arttırılır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0AC5E3-2D2E-3112-3018-0125225248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47" y="4030371"/>
            <a:ext cx="3962953" cy="20957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F3E1FEA-2922-59D0-AA41-EDC5A164CA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215" y="4030371"/>
            <a:ext cx="4010585" cy="16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2816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75898-0D57-DBC0-6C29-B82DF0B06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C9911-C91B-C250-2DA2-E48334945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Skor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3C2679-2FD8-E18E-4495-C1258E1230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Astroidler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alta</a:t>
            </a:r>
            <a:r>
              <a:rPr lang="en-US" dirty="0"/>
              <a:t> </a:t>
            </a:r>
            <a:r>
              <a:rPr lang="en-US" dirty="0" err="1"/>
              <a:t>ulaştığı</a:t>
            </a:r>
            <a:r>
              <a:rPr lang="en-US" dirty="0"/>
              <a:t> zaman </a:t>
            </a:r>
            <a:r>
              <a:rPr lang="en-US" dirty="0" err="1"/>
              <a:t>küçükler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1, </a:t>
            </a:r>
            <a:r>
              <a:rPr lang="en-US" dirty="0" err="1"/>
              <a:t>büyükler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2 </a:t>
            </a:r>
            <a:r>
              <a:rPr lang="en-US" dirty="0" err="1"/>
              <a:t>puan</a:t>
            </a:r>
            <a:r>
              <a:rPr lang="en-US" dirty="0"/>
              <a:t> </a:t>
            </a:r>
            <a:r>
              <a:rPr lang="en-US" dirty="0" err="1"/>
              <a:t>eklenir</a:t>
            </a:r>
            <a:r>
              <a:rPr lang="en-US" dirty="0"/>
              <a:t>.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F41F41-8241-D01C-573D-32943AF7A2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117939"/>
            <a:ext cx="2812172" cy="20748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E98A567-3095-79A9-7B03-F880D9D06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726" y="4117939"/>
            <a:ext cx="4278274" cy="4972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79DCEB8-3C60-3819-4719-9396025A89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005" y="4760526"/>
            <a:ext cx="4303995" cy="49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1181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7A60D-9B1E-8C53-C2C2-056E02699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81D18-1EE9-5F99-F2DD-3CCA8368B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Oyun </a:t>
            </a:r>
            <a:r>
              <a:rPr lang="en-US" dirty="0" err="1"/>
              <a:t>Döngüsü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A047F-19C1-4972-94AC-6622F20C8B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114800" cy="4525963"/>
          </a:xfrm>
        </p:spPr>
        <p:txBody>
          <a:bodyPr>
            <a:normAutofit/>
          </a:bodyPr>
          <a:lstStyle/>
          <a:p>
            <a:r>
              <a:rPr lang="en-US" dirty="0"/>
              <a:t>Beklemeden </a:t>
            </a:r>
            <a:r>
              <a:rPr lang="en-US" dirty="0" err="1"/>
              <a:t>sonra</a:t>
            </a:r>
            <a:r>
              <a:rPr lang="en-US" dirty="0"/>
              <a:t> </a:t>
            </a:r>
            <a:r>
              <a:rPr lang="en-US" dirty="0" err="1"/>
              <a:t>hareketler</a:t>
            </a:r>
            <a:r>
              <a:rPr lang="en-US" dirty="0"/>
              <a:t> </a:t>
            </a:r>
            <a:r>
              <a:rPr lang="en-US" dirty="0" err="1"/>
              <a:t>halledilir</a:t>
            </a:r>
            <a:r>
              <a:rPr lang="en-US" dirty="0"/>
              <a:t>.</a:t>
            </a:r>
          </a:p>
          <a:p>
            <a:r>
              <a:rPr lang="en-US" dirty="0" err="1"/>
              <a:t>Çarpışmalara</a:t>
            </a:r>
            <a:r>
              <a:rPr lang="en-US" dirty="0"/>
              <a:t> </a:t>
            </a:r>
            <a:r>
              <a:rPr lang="en-US" dirty="0" err="1"/>
              <a:t>bakılır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skor</a:t>
            </a:r>
            <a:r>
              <a:rPr lang="en-US" dirty="0"/>
              <a:t> </a:t>
            </a:r>
            <a:r>
              <a:rPr lang="en-US" dirty="0" err="1"/>
              <a:t>güncellenir</a:t>
            </a:r>
            <a:r>
              <a:rPr lang="en-US" dirty="0"/>
              <a:t>.</a:t>
            </a:r>
          </a:p>
          <a:p>
            <a:r>
              <a:rPr lang="en-US" dirty="0" err="1"/>
              <a:t>Herşey</a:t>
            </a:r>
            <a:r>
              <a:rPr lang="en-US" dirty="0"/>
              <a:t> </a:t>
            </a:r>
            <a:r>
              <a:rPr lang="en-US" dirty="0" err="1"/>
              <a:t>ekrana</a:t>
            </a:r>
            <a:r>
              <a:rPr lang="en-US" dirty="0"/>
              <a:t>  </a:t>
            </a:r>
            <a:r>
              <a:rPr lang="en-US" dirty="0" err="1"/>
              <a:t>yazdırılır</a:t>
            </a:r>
            <a:r>
              <a:rPr lang="en-US" dirty="0"/>
              <a:t>.</a:t>
            </a:r>
          </a:p>
          <a:p>
            <a:r>
              <a:rPr lang="en-US" dirty="0" err="1"/>
              <a:t>Oyunun</a:t>
            </a:r>
            <a:r>
              <a:rPr lang="en-US" dirty="0"/>
              <a:t> </a:t>
            </a:r>
            <a:r>
              <a:rPr lang="en-US" dirty="0" err="1"/>
              <a:t>bitmediği</a:t>
            </a:r>
            <a:r>
              <a:rPr lang="en-US" dirty="0"/>
              <a:t> </a:t>
            </a:r>
            <a:r>
              <a:rPr lang="en-US" dirty="0" err="1"/>
              <a:t>kontrol</a:t>
            </a:r>
            <a:r>
              <a:rPr lang="en-US" dirty="0"/>
              <a:t> </a:t>
            </a:r>
            <a:r>
              <a:rPr lang="en-US" dirty="0" err="1"/>
              <a:t>edilir</a:t>
            </a:r>
            <a:r>
              <a:rPr lang="en-US" dirty="0"/>
              <a:t>.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BE5AC48-EE5C-2741-20A1-A14D857FE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600200"/>
            <a:ext cx="3315163" cy="3000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0855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Örnek</a:t>
            </a:r>
            <a:endParaRPr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A8818A6-AA96-F737-C7F3-A74FAB230D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14048" y="1829310"/>
            <a:ext cx="6115904" cy="406774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BA202-4611-3454-E8EC-A1D9D59CA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4B48B-CAA3-521C-359C-2F4A758B7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/>
          <a:lstStyle/>
          <a:p>
            <a:r>
              <a:rPr lang="en-US" dirty="0"/>
              <a:t>Dinlediğiniz </a:t>
            </a:r>
            <a:r>
              <a:rPr lang="en-US" dirty="0" err="1"/>
              <a:t>için</a:t>
            </a:r>
            <a:r>
              <a:rPr lang="en-US" dirty="0"/>
              <a:t> </a:t>
            </a:r>
            <a:r>
              <a:rPr lang="en-US" dirty="0" err="1"/>
              <a:t>teşekkürler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969356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240</Words>
  <Application>Microsoft Office PowerPoint</Application>
  <PresentationFormat>On-screen Show (4:3)</PresentationFormat>
  <Paragraphs>43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Mikroişlemciler Oyun Geliştirme Projesi</vt:lpstr>
      <vt:lpstr>Proje Amacı</vt:lpstr>
      <vt:lpstr>Kullanılan Teknolojiler</vt:lpstr>
      <vt:lpstr>Oyun Mekanikleri</vt:lpstr>
      <vt:lpstr>Oyuncu Hareketi</vt:lpstr>
      <vt:lpstr>Astroidler</vt:lpstr>
      <vt:lpstr>Astroidler</vt:lpstr>
      <vt:lpstr>Asteroid Hareketi</vt:lpstr>
      <vt:lpstr>Kalkan ve Can</vt:lpstr>
      <vt:lpstr>Kalkan ve Can</vt:lpstr>
      <vt:lpstr>Çarpışmalar</vt:lpstr>
      <vt:lpstr>Skor</vt:lpstr>
      <vt:lpstr>Oyun Döngüsü</vt:lpstr>
      <vt:lpstr>Örnek</vt:lpstr>
      <vt:lpstr>Dinlediğiniz için teşekkürler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Yılmaz Ailesi</cp:lastModifiedBy>
  <cp:revision>3</cp:revision>
  <dcterms:created xsi:type="dcterms:W3CDTF">2013-01-27T09:14:16Z</dcterms:created>
  <dcterms:modified xsi:type="dcterms:W3CDTF">2026-05-03T18:13:01Z</dcterms:modified>
  <cp:category/>
</cp:coreProperties>
</file>