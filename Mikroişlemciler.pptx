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121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912938"/>
            <a:ext cx="8229600" cy="1211262"/>
          </a:xfrm>
        </p:spPr>
        <p:txBody>
          <a:bodyPr>
            <a:normAutofit/>
          </a:bodyPr>
          <a:lstStyle/>
          <a:p>
            <a:r>
              <a:rPr lang="en-US" sz="3600" dirty="0"/>
              <a:t>M</a:t>
            </a:r>
            <a:r>
              <a:rPr sz="3600" dirty="0"/>
              <a:t>ikroişlemciler </a:t>
            </a:r>
            <a:r>
              <a:rPr lang="en-US" sz="3600" dirty="0"/>
              <a:t>Oyun Geliştirme </a:t>
            </a:r>
            <a:r>
              <a:rPr sz="3600" dirty="0" err="1"/>
              <a:t>Projesi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838450"/>
            <a:ext cx="8229600" cy="150971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600" dirty="0"/>
              <a:t>Ender Yılmaz - 170424002</a:t>
            </a:r>
            <a:endParaRPr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</a:t>
            </a:r>
            <a:r>
              <a:rPr lang="en-US" dirty="0"/>
              <a:t> </a:t>
            </a:r>
            <a:r>
              <a:rPr lang="en-US" dirty="0" err="1"/>
              <a:t>Amacı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028699"/>
          </a:xfrm>
        </p:spPr>
        <p:txBody>
          <a:bodyPr>
            <a:normAutofit/>
          </a:bodyPr>
          <a:lstStyle/>
          <a:p>
            <a:r>
              <a:rPr lang="en-US" sz="2400" dirty="0"/>
              <a:t>Amaç </a:t>
            </a:r>
            <a:r>
              <a:rPr lang="en-US" sz="2400" dirty="0" err="1"/>
              <a:t>oyuncunun</a:t>
            </a:r>
            <a:r>
              <a:rPr lang="en-US" sz="2400" dirty="0"/>
              <a:t> </a:t>
            </a:r>
            <a:r>
              <a:rPr lang="en-US" sz="2400" dirty="0" err="1"/>
              <a:t>düşen</a:t>
            </a:r>
            <a:r>
              <a:rPr lang="en-US" sz="2400" dirty="0"/>
              <a:t> </a:t>
            </a:r>
            <a:r>
              <a:rPr lang="en-US" sz="2400" dirty="0" err="1"/>
              <a:t>astroidlerden</a:t>
            </a:r>
            <a:r>
              <a:rPr lang="en-US" sz="2400" dirty="0"/>
              <a:t> </a:t>
            </a:r>
            <a:r>
              <a:rPr lang="en-US" sz="2400" dirty="0" err="1"/>
              <a:t>kaçarak</a:t>
            </a:r>
            <a:r>
              <a:rPr lang="en-US" sz="2400" dirty="0"/>
              <a:t> </a:t>
            </a:r>
            <a:r>
              <a:rPr lang="en-US" sz="2400" dirty="0" err="1"/>
              <a:t>olabilidiğince</a:t>
            </a:r>
            <a:r>
              <a:rPr lang="en-US" sz="2400" dirty="0"/>
              <a:t> </a:t>
            </a:r>
            <a:r>
              <a:rPr lang="en-US" sz="2400" dirty="0" err="1"/>
              <a:t>hayatta</a:t>
            </a:r>
            <a:r>
              <a:rPr lang="en-US" sz="2400" dirty="0"/>
              <a:t> </a:t>
            </a:r>
            <a:r>
              <a:rPr lang="en-US" sz="2400" dirty="0" err="1"/>
              <a:t>kalmaya</a:t>
            </a:r>
            <a:r>
              <a:rPr lang="en-US" sz="2400" dirty="0"/>
              <a:t> </a:t>
            </a:r>
            <a:r>
              <a:rPr lang="en-US" sz="2400" dirty="0" err="1"/>
              <a:t>çalıştığı</a:t>
            </a:r>
            <a:r>
              <a:rPr lang="en-US" sz="2400" dirty="0"/>
              <a:t>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oyun</a:t>
            </a:r>
            <a:r>
              <a:rPr lang="en-US" sz="2400" dirty="0"/>
              <a:t> </a:t>
            </a:r>
            <a:r>
              <a:rPr lang="en-US" sz="2400" dirty="0" err="1"/>
              <a:t>geliştirmek</a:t>
            </a:r>
            <a:endParaRPr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Kullanılan Teknolojiler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Oyun </a:t>
            </a:r>
            <a:r>
              <a:rPr lang="en-US" dirty="0" err="1"/>
              <a:t>yapımında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dirty="0"/>
              <a:t>assembly </a:t>
            </a:r>
            <a:r>
              <a:rPr dirty="0" err="1"/>
              <a:t>kullanıl</a:t>
            </a:r>
            <a:r>
              <a:rPr lang="en-US" dirty="0" err="1"/>
              <a:t>mıştır</a:t>
            </a:r>
            <a:r>
              <a:rPr lang="en-US" dirty="0"/>
              <a:t>.</a:t>
            </a:r>
          </a:p>
          <a:p>
            <a:r>
              <a:rPr dirty="0"/>
              <a:t> Oyunu </a:t>
            </a:r>
            <a:r>
              <a:rPr dirty="0" err="1"/>
              <a:t>derlemek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emu8086 </a:t>
            </a:r>
            <a:r>
              <a:rPr lang="en-US" dirty="0" err="1"/>
              <a:t>kullanılmıştır</a:t>
            </a:r>
            <a:r>
              <a:rPr lang="en-US" dirty="0"/>
              <a:t>. </a:t>
            </a:r>
          </a:p>
          <a:p>
            <a:r>
              <a:rPr dirty="0" err="1"/>
              <a:t>performans</a:t>
            </a:r>
            <a:r>
              <a:rPr dirty="0"/>
              <a:t> </a:t>
            </a:r>
            <a:r>
              <a:rPr dirty="0" err="1"/>
              <a:t>sıkıntı</a:t>
            </a:r>
            <a:r>
              <a:rPr lang="en-US" dirty="0" err="1"/>
              <a:t>larından</a:t>
            </a:r>
            <a:r>
              <a:rPr lang="en-US" dirty="0"/>
              <a:t> </a:t>
            </a:r>
            <a:r>
              <a:rPr lang="en-US" dirty="0" err="1"/>
              <a:t>dolayı</a:t>
            </a:r>
            <a:r>
              <a:rPr dirty="0"/>
              <a:t> </a:t>
            </a:r>
            <a:r>
              <a:rPr dirty="0" err="1"/>
              <a:t>çalıştırmak</a:t>
            </a:r>
            <a:r>
              <a:rPr dirty="0"/>
              <a:t> </a:t>
            </a:r>
            <a:r>
              <a:rPr dirty="0" err="1"/>
              <a:t>için</a:t>
            </a:r>
            <a:r>
              <a:rPr dirty="0"/>
              <a:t> </a:t>
            </a:r>
            <a:r>
              <a:rPr dirty="0" err="1"/>
              <a:t>DOSbox</a:t>
            </a:r>
            <a:r>
              <a:rPr dirty="0"/>
              <a:t> </a:t>
            </a:r>
            <a:r>
              <a:rPr dirty="0" err="1"/>
              <a:t>kullanılmıştır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dirty="0"/>
              <a:t>Oyun </a:t>
            </a:r>
            <a:r>
              <a:rPr dirty="0" err="1"/>
              <a:t>Mekanikleri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84800"/>
            <a:ext cx="8229600" cy="741363"/>
          </a:xfrm>
        </p:spPr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Ekran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Görüntü </a:t>
            </a:r>
            <a:r>
              <a:rPr lang="en-US" dirty="0" err="1"/>
              <a:t>modu</a:t>
            </a:r>
            <a:r>
              <a:rPr lang="en-US" dirty="0"/>
              <a:t>  </a:t>
            </a:r>
            <a:r>
              <a:rPr lang="en-US" dirty="0" err="1"/>
              <a:t>olarak</a:t>
            </a:r>
            <a:r>
              <a:rPr lang="en-US" dirty="0"/>
              <a:t> ASCII, </a:t>
            </a:r>
            <a:r>
              <a:rPr lang="en-US" dirty="0" err="1"/>
              <a:t>çözünürlük</a:t>
            </a:r>
            <a:r>
              <a:rPr lang="en-US" dirty="0"/>
              <a:t> </a:t>
            </a:r>
            <a:r>
              <a:rPr lang="en-US" dirty="0" err="1"/>
              <a:t>olarak</a:t>
            </a:r>
            <a:r>
              <a:rPr lang="en-US" dirty="0"/>
              <a:t> 40x25 </a:t>
            </a:r>
            <a:r>
              <a:rPr lang="en-US" dirty="0" err="1"/>
              <a:t>kullanılmıştır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Oyuncu Hareketi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168650" cy="4525963"/>
          </a:xfrm>
        </p:spPr>
        <p:txBody>
          <a:bodyPr>
            <a:normAutofit/>
          </a:bodyPr>
          <a:lstStyle/>
          <a:p>
            <a:r>
              <a:rPr lang="en-US" sz="2400" dirty="0" err="1"/>
              <a:t>Oyuncu</a:t>
            </a:r>
            <a:r>
              <a:rPr lang="en-US" sz="2400" dirty="0"/>
              <a:t> sol </a:t>
            </a:r>
            <a:r>
              <a:rPr lang="en-US" sz="2400" dirty="0" err="1"/>
              <a:t>ve</a:t>
            </a:r>
            <a:r>
              <a:rPr lang="en-US" sz="2400" dirty="0"/>
              <a:t> </a:t>
            </a:r>
            <a:r>
              <a:rPr lang="en-US" sz="2400" dirty="0" err="1"/>
              <a:t>sağ</a:t>
            </a:r>
            <a:r>
              <a:rPr lang="en-US" sz="2400" dirty="0"/>
              <a:t> ok </a:t>
            </a:r>
            <a:r>
              <a:rPr lang="en-US" sz="2400" dirty="0" err="1"/>
              <a:t>tuşlarını</a:t>
            </a:r>
            <a:r>
              <a:rPr lang="en-US" sz="2400" dirty="0"/>
              <a:t> </a:t>
            </a:r>
            <a:r>
              <a:rPr lang="en-US" sz="2400" dirty="0" err="1"/>
              <a:t>kullanarak</a:t>
            </a:r>
            <a:r>
              <a:rPr lang="en-US" sz="2400" dirty="0"/>
              <a:t> </a:t>
            </a:r>
            <a:r>
              <a:rPr lang="en-US" sz="2400" dirty="0" err="1"/>
              <a:t>hareket</a:t>
            </a:r>
            <a:r>
              <a:rPr lang="en-US" sz="2400" dirty="0"/>
              <a:t> </a:t>
            </a:r>
            <a:r>
              <a:rPr lang="en-US" sz="2400" dirty="0" err="1"/>
              <a:t>eder</a:t>
            </a:r>
            <a:r>
              <a:rPr lang="en-US" sz="2400" dirty="0"/>
              <a:t>.</a:t>
            </a:r>
            <a:endParaRPr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A094CF-A759-A653-3190-C4D67C7A0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9158" y="1600200"/>
            <a:ext cx="3087690" cy="37007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Asteroid Hareketi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213100" cy="4525963"/>
          </a:xfrm>
        </p:spPr>
        <p:txBody>
          <a:bodyPr>
            <a:normAutofit/>
          </a:bodyPr>
          <a:lstStyle/>
          <a:p>
            <a:r>
              <a:rPr lang="en-US" sz="2400" dirty="0" err="1"/>
              <a:t>Astroidler</a:t>
            </a:r>
            <a:r>
              <a:rPr lang="en-US" sz="2400" dirty="0"/>
              <a:t> pseudo random </a:t>
            </a:r>
            <a:r>
              <a:rPr lang="en-US" sz="2400" dirty="0" err="1"/>
              <a:t>bir</a:t>
            </a:r>
            <a:r>
              <a:rPr lang="en-US" sz="2400" dirty="0"/>
              <a:t> </a:t>
            </a:r>
            <a:r>
              <a:rPr lang="en-US" sz="2400" dirty="0" err="1"/>
              <a:t>şekilde</a:t>
            </a:r>
            <a:r>
              <a:rPr lang="en-US" sz="2400" dirty="0"/>
              <a:t> </a:t>
            </a:r>
            <a:r>
              <a:rPr lang="en-US" sz="2400" dirty="0" err="1"/>
              <a:t>üretilir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2FA40-B10C-B945-6DB1-57381E879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652" y="1600200"/>
            <a:ext cx="3905795" cy="446784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Kalkan Gücü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Oyuncu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canla</a:t>
            </a:r>
            <a:r>
              <a:rPr lang="en-US" dirty="0"/>
              <a:t> </a:t>
            </a:r>
            <a:r>
              <a:rPr lang="en-US" dirty="0" err="1"/>
              <a:t>başlar</a:t>
            </a:r>
            <a:r>
              <a:rPr lang="en-US" dirty="0"/>
              <a:t>. </a:t>
            </a:r>
          </a:p>
          <a:p>
            <a:r>
              <a:rPr lang="en-US" dirty="0" err="1"/>
              <a:t>Canı</a:t>
            </a:r>
            <a:r>
              <a:rPr lang="en-US" dirty="0"/>
              <a:t> </a:t>
            </a:r>
            <a:r>
              <a:rPr lang="en-US" dirty="0" err="1"/>
              <a:t>artırmak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kalkan</a:t>
            </a:r>
            <a:r>
              <a:rPr lang="en-US" dirty="0"/>
              <a:t> </a:t>
            </a:r>
            <a:r>
              <a:rPr lang="en-US" dirty="0" err="1"/>
              <a:t>gücü</a:t>
            </a:r>
            <a:r>
              <a:rPr lang="en-US" dirty="0"/>
              <a:t> </a:t>
            </a:r>
            <a:r>
              <a:rPr lang="en-US" dirty="0" err="1"/>
              <a:t>toplaması</a:t>
            </a:r>
            <a:r>
              <a:rPr lang="en-US" dirty="0"/>
              <a:t> </a:t>
            </a:r>
            <a:r>
              <a:rPr lang="en-US" dirty="0" err="1"/>
              <a:t>gerekir</a:t>
            </a:r>
            <a:r>
              <a:rPr lang="en-US" dirty="0"/>
              <a:t>.</a:t>
            </a:r>
          </a:p>
          <a:p>
            <a:r>
              <a:rPr lang="en-US" dirty="0"/>
              <a:t> </a:t>
            </a:r>
            <a:r>
              <a:rPr lang="en-US" dirty="0" err="1"/>
              <a:t>Oyuncu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3 </a:t>
            </a:r>
            <a:r>
              <a:rPr lang="en-US" dirty="0" err="1"/>
              <a:t>cana</a:t>
            </a:r>
            <a:r>
              <a:rPr lang="en-US" dirty="0"/>
              <a:t> </a:t>
            </a:r>
            <a:r>
              <a:rPr lang="en-US" dirty="0" err="1"/>
              <a:t>sahip</a:t>
            </a:r>
            <a:r>
              <a:rPr lang="en-US" dirty="0"/>
              <a:t> </a:t>
            </a:r>
            <a:r>
              <a:rPr lang="en-US" dirty="0" err="1"/>
              <a:t>olabilir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Örnek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ECB961-DA5C-562F-354B-BEFE04A2D9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4048" y="1829310"/>
            <a:ext cx="6115904" cy="40677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106</Words>
  <Application>Microsoft Office PowerPoint</Application>
  <PresentationFormat>On-screen Show (4:3)</PresentationFormat>
  <Paragraphs>20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Mikroişlemciler Oyun Geliştirme Projesi</vt:lpstr>
      <vt:lpstr>Proje Amacı</vt:lpstr>
      <vt:lpstr>Kullanılan Teknolojiler</vt:lpstr>
      <vt:lpstr>Oyun Mekanikleri</vt:lpstr>
      <vt:lpstr>Ekran</vt:lpstr>
      <vt:lpstr>Oyuncu Hareketi</vt:lpstr>
      <vt:lpstr>Asteroid Hareketi</vt:lpstr>
      <vt:lpstr>Kalkan Gücü</vt:lpstr>
      <vt:lpstr>Örnek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Yılmaz Ailesi</cp:lastModifiedBy>
  <cp:revision>2</cp:revision>
  <dcterms:created xsi:type="dcterms:W3CDTF">2013-01-27T09:14:16Z</dcterms:created>
  <dcterms:modified xsi:type="dcterms:W3CDTF">2026-04-27T20:40:24Z</dcterms:modified>
  <cp:category/>
</cp:coreProperties>
</file>